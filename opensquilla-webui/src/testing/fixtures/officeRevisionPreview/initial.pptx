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8a96c8228148f9" /><Relationship Type="http://schemas.openxmlformats.org/officeDocument/2006/relationships/extended-properties" Target="/docProps/app.xml" Id="R7449011e8a1643eb" /><Relationship Type="http://schemas.openxmlformats.org/officeDocument/2006/relationships/officeDocument" Target="/ppt/presentation.xml" Id="R46b44eb6a941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5aad99aaa541f4"/>
  </p:sldMasterIdLst>
  <p:notesMasterIdLst>
    <p:notesMasterId xmlns:r="http://schemas.openxmlformats.org/officeDocument/2006/relationships" r:id="R03505f301bc24dc0"/>
  </p:notesMasterIdLst>
  <p:sldIdLst>
    <p:sldId xmlns:r="http://schemas.openxmlformats.org/officeDocument/2006/relationships" id="256" r:id="R3f6b692e73894bc8"/>
    <p:sldId xmlns:r="http://schemas.openxmlformats.org/officeDocument/2006/relationships" id="257" r:id="R66fd5580048e4d35"/>
    <p:sldId xmlns:r="http://schemas.openxmlformats.org/officeDocument/2006/relationships" id="258" r:id="R4290aec65c5a424b"/>
    <p:sldId xmlns:r="http://schemas.openxmlformats.org/officeDocument/2006/relationships" id="259" r:id="Rf3c71a0b9218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3232dc3404c8f" /><Relationship Type="http://schemas.openxmlformats.org/officeDocument/2006/relationships/slideMaster" Target="/ppt/slideMasters/slideMaster1.xml" Id="R805aad99aaa541f4" /><Relationship Type="http://schemas.openxmlformats.org/officeDocument/2006/relationships/notesMaster" Target="/ppt/notesMasters/notesMaster1.xml" Id="R03505f301bc24dc0" /><Relationship Type="http://schemas.openxmlformats.org/officeDocument/2006/relationships/presProps" Target="/ppt/presProps.xml" Id="Re9fa9cd1ea0944b3" /><Relationship Type="http://schemas.openxmlformats.org/officeDocument/2006/relationships/tableStyles" Target="/ppt/tableStyles.xml" Id="R7bb26a7241214a1d" /><Relationship Type="http://schemas.openxmlformats.org/officeDocument/2006/relationships/slide" Target="/ppt/slides/slide1.xml" Id="R3f6b692e73894bc8" /><Relationship Type="http://schemas.openxmlformats.org/officeDocument/2006/relationships/slide" Target="/ppt/slides/slide2.xml" Id="R66fd5580048e4d35" /><Relationship Type="http://schemas.openxmlformats.org/officeDocument/2006/relationships/slide" Target="/ppt/slides/slide3.xml" Id="R4290aec65c5a424b" /><Relationship Type="http://schemas.openxmlformats.org/officeDocument/2006/relationships/slide" Target="/ppt/slides/slide4.xml" Id="Rf3c71a0b9218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090ba591f9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ac20eaba44f61" /><Relationship Type="http://schemas.openxmlformats.org/officeDocument/2006/relationships/notesMaster" Target="/ppt/notesMasters/notesMaster1.xml" Id="Red4017a554e1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ba48f0c1d84a67" /><Relationship Type="http://schemas.openxmlformats.org/officeDocument/2006/relationships/notesMaster" Target="/ppt/notesMasters/notesMaster1.xml" Id="R9be5786fbf1d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9d3388432436b" /><Relationship Type="http://schemas.openxmlformats.org/officeDocument/2006/relationships/notesMaster" Target="/ppt/notesMasters/notesMaster1.xml" Id="Ra16a0aba74c74d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cae275c6840de" /><Relationship Type="http://schemas.openxmlformats.org/officeDocument/2006/relationships/notesMaster" Target="/ppt/notesMasters/notesMaster1.xml" Id="Rdfc9d51a5d1941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四页示例演示文稿。所有城市、活动、日期安排和数据均为虚构，用于文件展示。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本页城市、活动和数据均为虚构示例，不代表真实活动。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本页城市、活动和数据均为虚构示例，不代表真实活动。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本页城市、活动和数据均为虚构示例，不代表真实活动。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ca975f74b48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59670759d46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e0ef1975541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3e7e2dc4245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7f1918e0649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ff4d3201f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1E2DDB-D4D7-4E8B-89B1-1344D5E49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7A8258-A883-44C4-9F7D-CD9808EBE0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674404-1E35-46E8-A4C8-6D58CD87E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557A85-5E05-4FEF-B34B-0B89F4FA7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509509-8D11-43B7-8490-75E66939CF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3F7181-143F-436F-92A2-1F5C2CC49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967790-1C89-4F39-8D00-6DBD180ED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9B9D30-F052-4368-86DB-1CAE803AA7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26FCC-16F2-4F72-9040-D63DC0933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9BB430-7E4C-48D9-BA1F-56DAA8A2F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7e87d5773466d" /><Relationship Type="http://schemas.openxmlformats.org/officeDocument/2006/relationships/slideLayout" Target="/ppt/slideLayouts/slideLayout1.xml" Id="Rc56a9d7194664713" /><Relationship Type="http://schemas.openxmlformats.org/officeDocument/2006/relationships/slideLayout" Target="/ppt/slideLayouts/slideLayout2.xml" Id="R6d377c92456b46db" /><Relationship Type="http://schemas.openxmlformats.org/officeDocument/2006/relationships/slideLayout" Target="/ppt/slideLayouts/slideLayout3.xml" Id="Ra506ddd7013f4980" /><Relationship Type="http://schemas.openxmlformats.org/officeDocument/2006/relationships/slideLayout" Target="/ppt/slideLayouts/slideLayout4.xml" Id="R8716b9f3cfcf4c61" /><Relationship Type="http://schemas.openxmlformats.org/officeDocument/2006/relationships/slideLayout" Target="/ppt/slideLayouts/slideLayout5.xml" Id="R210b24e8c6fc469f" /><Relationship Type="http://schemas.openxmlformats.org/officeDocument/2006/relationships/slideLayout" Target="/ppt/slideLayouts/slideLayout6.xml" Id="R70b32cae2ac2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a9d7194664713"/>
    <p:sldLayoutId xmlns:r="http://schemas.openxmlformats.org/officeDocument/2006/relationships" id="2147483650" r:id="R6d377c92456b46db"/>
    <p:sldLayoutId xmlns:r="http://schemas.openxmlformats.org/officeDocument/2006/relationships" id="2147483651" r:id="Ra506ddd7013f4980"/>
    <p:sldLayoutId xmlns:r="http://schemas.openxmlformats.org/officeDocument/2006/relationships" id="2147483652" r:id="R8716b9f3cfcf4c61"/>
    <p:sldLayoutId xmlns:r="http://schemas.openxmlformats.org/officeDocument/2006/relationships" id="2147483653" r:id="R210b24e8c6fc469f"/>
    <p:sldLayoutId xmlns:r="http://schemas.openxmlformats.org/officeDocument/2006/relationships" id="2147483654" r:id="R70b32cae2ac2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d38ffe5194a6f" /><Relationship Type="http://schemas.openxmlformats.org/officeDocument/2006/relationships/notesSlide" Target="/ppt/notesSlides/notesSlide1.xml" Id="R468f519e9ee7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86332eefc47b8" /><Relationship Type="http://schemas.openxmlformats.org/officeDocument/2006/relationships/notesSlide" Target="/ppt/notesSlides/notesSlide2.xml" Id="Rd75a71b98573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c918e6eb44e2c" /><Relationship Type="http://schemas.openxmlformats.org/officeDocument/2006/relationships/chart" Target="/ppt/slides/charts/chart1.xml" Id="R04d05c6a63594397" /><Relationship Type="http://schemas.openxmlformats.org/officeDocument/2006/relationships/notesSlide" Target="/ppt/notesSlides/notesSlide3.xml" Id="R39769a9746fb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c5a2132fe493e" /><Relationship Type="http://schemas.openxmlformats.org/officeDocument/2006/relationships/notesSlide" Target="/ppt/notesSlides/notesSlide4.xml" Id="R8b954385bbd940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参与人次</c:v>
          </c:tx>
          <c:spPr>
            <a:solidFill xmlns:a="http://schemas.openxmlformats.org/drawingml/2006/main">
              <a:srgbClr val="11756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春日市集</c:v>
                </c:pt>
                <c:pt idx="1">
                  <c:v>社区音乐会</c:v>
                </c:pt>
                <c:pt idx="2">
                  <c:v>公园手作课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580</c:v>
                </c:pt>
                <c:pt idx="1">
                  <c:v>420</c:v>
                </c:pt>
                <c:pt idx="2">
                  <c:v>280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7302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C81E8-5DBA-49B7-8364-210A038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海棠城周末活动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3EC2F-2BAF-44EF-A731-A014408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40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rPr>
              <a:t>春日市集与社区活动简报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3D558-C247-4B54-9641-9922F92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65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DE1D4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</p:spTree>
    <p:extLst>
      <p:ext uri="{BB962C8B-B14F-4D97-AF65-F5344CB8AC3E}">
        <p14:creationId xmlns:p14="http://schemas.microsoft.com/office/powerpoint/2010/main" val="358598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B6EDE-B841-49FB-BB00-67A9F2CC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本周末活动概况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A3A5B-28ED-427E-A329-66C721CB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DBFAC-D106-4984-AA95-0CAAE373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0D847-5387-48E7-BF84-7A8B4A0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场活动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24E2F-8E83-475A-AFC5-129E40B3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公园、市集与社区空间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1570B-A4D6-4124-A165-8FAB0AEF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rPr>
              <a:t>1,280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82967-9D8B-4231-B4E6-FA743D1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人次参与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3A5B3-9419-41B4-A0F8-7D381DF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00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各场活动到场人数合计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24246-C765-49C0-91B2-5B067AF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75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3689D-A2F8-4242-88B9-17AFCBF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满意度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02614-8D30-4E4B-90B6-8E2CE752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00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250 份示例问卷中的满意比例</a:t>
            </a:r>
          </a:p>
        </p:txBody>
      </p:sp>
    </p:spTree>
    <p:extLst>
      <p:ext uri="{BB962C8B-B14F-4D97-AF65-F5344CB8AC3E}">
        <p14:creationId xmlns:p14="http://schemas.microsoft.com/office/powerpoint/2010/main" val="842514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DCBEA-4D53-4B0F-884E-66F900BF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三类活动参与人数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D9B69-313D-4EBD-964A-F76F989A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D44F7-EFAB-465C-A0E4-96DCC1D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单位：人次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350362B-75D1-4BE1-BE4C-6A84A90916F9}"/>
              </a:ext>
            </a:extLst>
          </p:cNvPr>
          <p:cNvGraphicFramePr/>
          <p:nvPr/>
        </p:nvGraphicFramePr>
        <p:xfrm>
          <a:off xmlns:a="http://schemas.openxmlformats.org/drawingml/2006/main" x="952500" y="1933575"/>
          <a:ext xmlns:a="http://schemas.openxmlformats.org/drawingml/2006/main" cx="1028700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d05c6a63594397"/>
          </a:graphicData>
        </a:graphic>
      </p:graphicFrame>
    </p:spTree>
    <p:extLst>
      <p:ext uri="{BB962C8B-B14F-4D97-AF65-F5344CB8AC3E}">
        <p14:creationId xmlns:p14="http://schemas.microsoft.com/office/powerpoint/2010/main" val="1877010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0CC42-4A50-4AA6-B118-E3E9148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2D"/>
                </a:solidFill>
                <a:latin typeface="Microsoft YaHei"/>
                <a:ea typeface="Microsoft YaHei"/>
                <a:cs typeface="Microsoft YaHei"/>
              </a:rPr>
              <a:t>活动安排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0912C-181D-4746-BA18-E1B81F08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B66"/>
                </a:solidFill>
                <a:latin typeface="Microsoft YaHei"/>
                <a:ea typeface="Microsoft YaHei"/>
                <a:cs typeface="Microsoft YaHei"/>
              </a:rPr>
              <a:t>示例数据，城市与活动均为虚构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09F2A-9700-47A3-981C-D5370920DC9A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00250"/>
                <a:gridCol w="3333750"/>
                <a:gridCol w="3333750"/>
              </a:tblGrid>
              <a:tr h="7858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T w="9525">
                      <a:solidFill>
                        <a:srgbClr val="D0DBD6"/>
                      </a:solidFill>
                      <a:prstDash val="solid"/>
                    </a:lnT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11756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周六 10:00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海棠广场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春日市集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自由到场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周六 18:30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湖畔草坪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社区音乐会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免费预约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EEF3E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周日 14:00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BD6"/>
                      </a:solidFill>
                      <a:prstDash val="solid"/>
                    </a:lnL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青禾公园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自然手作课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0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现场报名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BD6"/>
                      </a:solidFill>
                      <a:prstDash val="solid"/>
                    </a:lnR>
                    <a:lnB w="9525">
                      <a:solidFill>
                        <a:srgbClr val="D0D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132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2026-10-12T17:42:00.2660000Z</dcterms:created>
  <dcterms:modified xsi:type="dcterms:W3CDTF">2026-10-12T17:42:00.2660000Z</dcterms:modified>
</coreProperties>
</file>